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D47A1"/>
                </a:solidFill>
              </a:defRPr>
            </a:pPr>
            <a:r>
              <a:t>BOB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616161"/>
                </a:solidFill>
              </a:defRPr>
            </a:pPr>
            <a:r>
              <a:t>Build Orchestration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16161"/>
                </a:solidFill>
              </a:defRPr>
            </a:pPr>
            <a:r>
              <a:t>A Production-Ready Framework for Autonomous AI-Assisted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9800"/>
                </a:solidFill>
              </a:defRPr>
            </a:pPr>
            <a:r>
              <a:t>"Can We Build It? Yes We Can!"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t>Yaakoub Elkhamra, PhD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The Origin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How BOB Came To Be</a:t>
            </a:r>
          </a:p>
        </p:txBody>
      </p:sp>
      <p:pic>
        <p:nvPicPr>
          <p:cNvPr id="5" name="Picture 4" descr="recursiv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27201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</a:defRPr>
            </a:pPr>
            <a:r>
              <a:t>THE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Build a recursive workflow: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  RESEARCH -&gt; PLAN -&gt; EXECUTE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  (loop until done)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Tokens were an issue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Complex workflows = massive context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API costs added up quickly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THE BREAKTHROUGH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Claude Code Max subscription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Started with Claude Code Harness Demo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Built with Claude Code SDK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Why The Harness Design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Key Design Patterns That Enable Autonomous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</a:defRPr>
            </a:pPr>
            <a:r>
              <a:t>1. ORCHESTRATION OVER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Single agent = limited scope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Orchestrator = coordinates multiple agents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Each agent specialized for its task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Clean separation of concerns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</a:defRPr>
            </a:pPr>
            <a:r>
              <a:t>2. ESCALATION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Start cheap, escalate when needed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Sonnet handles 70%+ of tasks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Opus for complex reasoning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Diagnosis for persistent failures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</a:defRPr>
            </a:pPr>
            <a:r>
              <a:t>3. RESEARCH-FIRST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Fail-fast is expensive with LLMs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Research before implementation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Domain knowledge persists across sessions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Prevents repeated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96F3"/>
                </a:solidFill>
              </a:defRPr>
            </a:pPr>
            <a:r>
              <a:t>4. DAG-BASED TASK 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Dependencies define execution order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Independent tasks run in parallel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Topological sort ensures correctness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Maximizes throughput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1277295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</a:defRPr>
            </a:pPr>
            <a:r>
              <a:t>KEY INSIGHT: The harness design decouples task specification from execution strategy.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</a:defRPr>
            </a:pPr>
            <a:r>
              <a:t>This allows the system to adapt its approach based on task complexity and failure patterns, without changing the task definition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Layered Design for Modularity and Extensibility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7220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Intelligent Escalation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Automatic Failure Recovery</a:t>
            </a:r>
          </a:p>
        </p:txBody>
      </p:sp>
      <p:pic>
        <p:nvPicPr>
          <p:cNvPr id="5" name="Picture 4" descr="escal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54894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</a:defRPr>
            </a:pPr>
            <a:r>
              <a:t>WHY THIS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70%+ tasks succeed with Sonnet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Only escalate on actual failures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Diagnosis identifies root cause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Actions are targeted, not random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COST OPTIMIZATION: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- Sonnet: $3/$15 per 1M tokens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- Opus: $15/$75 per 1M tokens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- 5x cheaper for most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Research-First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Proactive Knowledge Acquisition</a:t>
            </a:r>
          </a:p>
        </p:txBody>
      </p:sp>
      <p:pic>
        <p:nvPicPr>
          <p:cNvPr id="5" name="Picture 4" descr="research_fi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4851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</a:defRPr>
            </a:pPr>
            <a:r>
              <a:t>The Pattern: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</a:defRPr>
            </a:pPr>
            <a:r>
              <a:t>Mark tasks with research_required: true and provide research_queries. BOB researches BEFORE coding, storing findings for the implementation phase. This eliminates expensive trial-and-error cycles.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Parallel Task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DAG-Aware Concurrent Processing</a:t>
            </a:r>
          </a:p>
        </p:txBody>
      </p:sp>
      <p:pic>
        <p:nvPicPr>
          <p:cNvPr id="5" name="Picture 4" descr="parallel_exec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56738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Independent tasks execute concurrently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Dependency resolution via topological sort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Each task gets isolated session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Failures don't block independent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Key Features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Production-Ready Capabilities</a:t>
            </a:r>
          </a:p>
        </p:txBody>
      </p:sp>
      <p:pic>
        <p:nvPicPr>
          <p:cNvPr id="5" name="Picture 4" descr="featur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64093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Real-Time Cost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Budget Controls and Tracking</a:t>
            </a:r>
          </a:p>
        </p:txBody>
      </p:sp>
      <p:pic>
        <p:nvPicPr>
          <p:cNvPr id="5" name="Picture 4" descr="cost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25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</a:defRPr>
            </a:pPr>
            <a:r>
              <a:t>COST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Per-project cost tracking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Per-session breakdown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Per-model analysis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Per-agent attribution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BUDGET CONTROLS: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- max_cost_per_project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- max_cost_per_session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- warn_at_percent threshold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All costs visible via: bob costs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Developer-Friendly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Comprehensive Command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</a:defRPr>
            </a:pPr>
            <a: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project 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project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project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project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</a:defRPr>
            </a:pPr>
            <a: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task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task show &lt;id&gt;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task retry &lt;id&gt;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task list --needs-research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</a:defRPr>
            </a:pPr>
            <a:r>
              <a:t>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run --parallel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run --dry-run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run --resume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</a:defRPr>
            </a:pPr>
            <a:r>
              <a:t>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logs --follow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bob logs --json | jq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29200"/>
            <a:ext cx="11277295" cy="11887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47A1"/>
                </a:solidFill>
              </a:defRPr>
            </a:pPr>
            <a:r>
              <a:t>All commands support --json for scripting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</a:defRPr>
            </a:pPr>
            <a:r>
              <a:t>bob task list --json | jq '.[] | select(.status=="failed")'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Flexible Specification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Multiple Formats, One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</a:defRPr>
            </a:pPr>
            <a:r>
              <a:t>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</a:defRPr>
            </a:pPr>
            <a:r>
              <a:t>tasks:</a:t>
            </a:r>
            <a:br/>
            <a:r>
              <a:t>  - id: auth</a:t>
            </a:r>
            <a:br/>
            <a:r>
              <a:t>    title: User Auth</a:t>
            </a:r>
            <a:br/>
            <a:r>
              <a:t>    priority: critical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74320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</a:defRPr>
            </a:pPr>
            <a:r>
              <a:t>{"tasks": [</a:t>
            </a:r>
            <a:br/>
            <a:r>
              <a:t>  {"id": "auth",</a:t>
            </a:r>
            <a:br/>
            <a:r>
              <a:t>   "title": "User Auth"}</a:t>
            </a:r>
            <a:br/>
            <a:r>
              <a:t>]}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74320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t>Markdown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</a:defRPr>
            </a:pPr>
            <a:r>
              <a:t>## auth: User Auth</a:t>
            </a:r>
            <a:br/>
            <a:r>
              <a:t>[priority:critical]</a:t>
            </a:r>
            <a:br/>
            <a:br/>
            <a:r>
              <a:t>### Criteria</a:t>
            </a:r>
            <a:br/>
            <a:r>
              <a:t>- Login 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74320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</a:defRPr>
            </a:pPr>
            <a:r>
              <a:t>GitHub 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9202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</a:defRPr>
            </a:pPr>
            <a:r>
              <a:t>Issue #42: User Auth</a:t>
            </a:r>
            <a:br/>
            <a:r>
              <a:t>Labels: ai-implement</a:t>
            </a:r>
            <a:br/>
            <a:br/>
            <a:r>
              <a:t>Checkboxes as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47A1"/>
                </a:solidFill>
              </a:defRPr>
            </a:pPr>
            <a:r>
              <a:t>$ bob project create app ./work github://org/repo?label=ai-implement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</a:defRPr>
            </a:pPr>
            <a:r>
              <a:t>Sync GitHub issues directly as tasks!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Quick Start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Get Running in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36576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1.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git clone https://github.com/yye00/bob.git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cd bob &amp;&amp; ./init.sh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export ANTHROPIC_API_KEY='...'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743200" cy="36576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2. 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bob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bob project create my-app ./workspace file://spec.yaml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743200" cy="3657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3. DEFINE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# spec.yaml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tasks: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  - id: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    priority: critical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743200" cy="36576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4.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bob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bob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bob logs --follow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https://github.com/yye00/bob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Production-Ready Autonomous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</a:defRPr>
            </a:pPr>
            <a:r>
              <a:t>CORE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Multi-project management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Intelligent escalation (Sonnet -&gt; Opus -&gt; Diagnosis)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Research-first workflow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Parallel DAG-based execution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Real-time cost tracking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Structured JSON logging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Checkpoint and 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</a:defRPr>
            </a:pPr>
            <a:r>
              <a:t>PRODUCTION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1,200+ tests passing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SQLite persistence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Comprehensive CLI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GitHub Issues integration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Built with Claude Code SDK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46320"/>
            <a:ext cx="8534095" cy="13716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50292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47A1"/>
                </a:solidFill>
              </a:defRPr>
            </a:pPr>
            <a:r>
              <a:t>"Can We Build It? YES WE CAN!"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6928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D47A1"/>
                </a:solidFill>
              </a:defRPr>
            </a:pPr>
            <a:r>
              <a:t>Yaakoub Elkhamra, PhD  |  https://github.com/yye00/bob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