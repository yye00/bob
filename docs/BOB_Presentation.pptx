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371600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003366"/>
                </a:solidFill>
              </a:defRPr>
            </a:pPr>
            <a:r>
              <a:t>🔨 BOB: Build Orchestration Bot 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0175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404040"/>
                </a:solidFill>
              </a:defRPr>
            </a:pPr>
            <a:r>
              <a:t>A Production-Ready Framework for</a:t>
            </a:r>
            <a:br/>
            <a:r>
              <a:t>Autonomous AI-Assisted Software Development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9319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i="1">
                <a:solidFill>
                  <a:srgbClr val="FF8C00"/>
                </a:solidFill>
              </a:defRPr>
            </a:pPr>
            <a:r>
              <a:t>"Can We Build It? Yes We Can!"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292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003366"/>
                </a:solidFill>
              </a:defRPr>
            </a:pPr>
            <a:r>
              <a:t>Yaakoub Elkhamra, PhD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4864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404040"/>
                </a:solidFill>
              </a:defRPr>
            </a:pPr>
            <a:r>
              <a:t>January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8595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366"/>
                </a:solidFill>
              </a:defRPr>
            </a:pPr>
            <a:r>
              <a:t>🔨 The Origin Story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THE VISION: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I wanted to build a RECURSIVE workflow: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RESEARCH -&gt; PLAN -&gt; EXECUTE -&gt; (loop until done)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THE PROBLEM: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TOKENS WERE AN ISSUE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- Complex multi-step workflows = massive context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- API costs added up quickly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- Had to choose between capability and affordability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THE BREAKTHROUGH: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CLAUDE CODE MAX SUBSCRIPTION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- Unlimited tokens for complex workflows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- Started with Claude Code Harness Demo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(Anthropic's Autonomous Coding Quickstart)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- Extended it into a full production framework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Built with: CLAUDE CODE SDK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8595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366"/>
                </a:solidFill>
              </a:defRPr>
            </a:pPr>
            <a:r>
              <a:t>🔨 The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Current Pain Points: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[!] Single Project Focus - Can only work on one project at a time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[!] No Visibility - Unknown costs until the bill arrives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[!] Fragile Execution - Sequential task processing only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[!] Limited Intelligence - Same approach regardless of problem type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"We need infrastructure, not just an agent."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8595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366"/>
                </a:solidFill>
              </a:defRPr>
            </a:pPr>
            <a:r>
              <a:t>🔨 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A complete framework for autonomous coding at production scale.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MULTI-PROJECT MANAGEMENT | INTELLIGENT EXECUTION | FULL OBSERVABILITY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Isolated state          | Parallel tasks       | Cost tracking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Per-project configs     | Auto-escalate        | JSON logging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Key Innovation: BOB doesn't just run agents - it ORCHESTRATES them.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Built on: Anthropic Claude Code SDK + Claude Code Harness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Enhanced: From demo to production-ready framework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8595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366"/>
                </a:solidFill>
              </a:defRPr>
            </a:pPr>
            <a:r>
              <a:t>🔨 What BOB Provides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Multi-Project Management    Create, switch, track multiple projects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Flexible Spec Sources       YAML, JSON, Markdown, GitHub Issues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Intelligent Escalation      Sonnet -&gt; Opus -&gt; Diagnosis -&gt; Action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Research-First Workflow     Proactive research before coding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Parallel Execution          Run independent tasks concurrently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Cost Tracking               Per-project, per-session, per-task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Structured Logging          JSON events with full metadata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Checkpoint &amp; Resume         Never lose progress to interruptions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Plugin Architecture         Extend with custom agents &amp; sources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SQLite Persistence          Queryable, transactional data store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8595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366"/>
                </a:solidFill>
              </a:defRPr>
            </a:pPr>
            <a:r>
              <a:t>🔨 Intelligent Failure Handling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When a task fails, BOB doesn't give up - it escalates intelligently.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Task Attempt -&gt; SONNET (3 attempts) -&gt; OPUS (3 attempts) -&gt; DIAGNOSIS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Diagnosis Actions: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TOO_BIG ---------&gt; Decompose subtasks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MISSING_INFO ----&gt; Research first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WRONG_INFRA -----&gt; Request user help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NEEDS_RESEARCH --&gt; Targeted research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Result: Automatic recovery from most failure modes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8595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366"/>
                </a:solidFill>
              </a:defRPr>
            </a:pPr>
            <a:r>
              <a:t>🔨 Research-First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Traditional: Code -&gt; Fail -&gt; Research -&gt; Code -&gt; Fail -&gt; ... -&gt; Success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         [Expensive: Multiple Opus escalations]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BOB's Approach: Research -&gt; Code -&gt; Success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            [Efficient: Research upfront]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tasks: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- id: optimize-queries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research_required: true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research_queries: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  - "PostgreSQL EXPLAIN ANALYZE patterns"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Benefits: Proactive - Domain-specific - Persistent findings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8595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366"/>
                </a:solidFill>
              </a:defRPr>
            </a:pPr>
            <a:r>
              <a:t>🔨 Real-Time Cost Visibility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$ bob costs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Total Cost: $45.67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By Model:   claude-sonnet-4-5: $32.10 (70.3%)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        claude-opus-4-5:   $13.57 (29.7%)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By Agent:   coding: $38.00 | research: $4.50 | diagnosis: $3.17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Budget Controls: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max_cost_per_project: 100.0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max_cost_per_session: 5.0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8595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366"/>
                </a:solidFill>
              </a:defRPr>
            </a:pPr>
            <a:r>
              <a:t>🔨 Developer-Friendly CLI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PROJECT: bob project create/list/use/status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TASK:    bob task list --status failed --needs-research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RUN:     bob run / bob run --parallel 3 / bob run --resume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MONITOR: bob status / bob logs --follow / bob costs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All commands support --json for scripting integration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8595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366"/>
                </a:solidFill>
              </a:defRPr>
            </a:pPr>
            <a:r>
              <a:t>🔨 Multiple Spec Formats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YAML         | JSON           | MARKDOWN        | GITHUB ISSUES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tasks:       | {tasks:[..]}   | ## task-id      | Issue #42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- id: x    |                | [priority:high] | Labels: ai-implement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$ bob project create app ./work github://org/repo?label=ai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Sync issues labeled 'ai' directly as tasks!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8595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366"/>
                </a:solidFill>
              </a:defRPr>
            </a:pPr>
            <a:r>
              <a:t>🔨 Parallel Execution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BOB builds a dependency graph and runs independent tasks in parallel: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 setup                  Time -&gt;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   |                    [  setup  ]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+--+--+                      |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|     |                 [ api | ui ] PARALLEL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api   ui                      |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|     |                 [  tests   ]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+--+--+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 tests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$ bob run --parallel 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8595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366"/>
                </a:solidFill>
              </a:defRPr>
            </a:pPr>
            <a:r>
              <a:t>🔨 Quick Start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1. INSTALL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$ git clone https://github.com/yye00/bob.git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$ cd bob &amp;&amp; ./init.sh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2. CREATE PROJECT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$ bob project create my-app ./workspace file://spec.yaml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3. RUN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$ bob run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$ bob logs --follow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8595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366"/>
                </a:solidFill>
              </a:defRPr>
            </a:pPr>
            <a:r>
              <a:t>🔨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CORE CAPABILITIES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- Multi-project management with isolated state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- Intelligent escalation: Sonnet -&gt; Opus -&gt; Diagnosis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- Research-first workflow for knowledge-heavy tasks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- Parallel execution with dependency resolution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- Real-time cost tracking with budget controls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PRODUCTION READY: 1,200+ tests - SQLite - Claude Code SDK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GET STARTED: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$ git clone https://github.com/yye00/bob.git &amp;&amp; bob run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"Can We Build It? YES WE CAN!"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Yaakoub Elkhamra, PhD - https://github.com/yye00/bob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