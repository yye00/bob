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BOB: Build Orchestration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A Production-Ready Framework for Autonomous AI-Assisted Software Development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The Challenge: AI-Assisted Development 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Single Project Focus - Can only work on one project at a time</a:t>
            </a:r>
          </a:p>
          <a:p>
            <a:pPr>
              <a:spcBef>
                <a:spcPts val="1200"/>
              </a:spcBef>
              <a:defRPr sz="2000"/>
            </a:pPr>
            <a:r>
              <a:t>No Visibility - Unknown costs, no progress tracking, plain text logs</a:t>
            </a:r>
          </a:p>
          <a:p>
            <a:pPr>
              <a:spcBef>
                <a:spcPts val="1200"/>
              </a:spcBef>
              <a:defRPr sz="2000"/>
            </a:pPr>
            <a:r>
              <a:t>Fragile Execution - Sequential tasks, manual intervention on failure</a:t>
            </a:r>
          </a:p>
          <a:p>
            <a:pPr>
              <a:spcBef>
                <a:spcPts val="1200"/>
              </a:spcBef>
              <a:defRPr sz="2000"/>
            </a:pPr>
            <a:r>
              <a:t>Limited Intelligence - Same approach regardless of problem type</a:t>
            </a:r>
          </a:p>
          <a:p>
            <a:pPr>
              <a:spcBef>
                <a:spcPts val="1200"/>
              </a:spcBef>
              <a:defRPr sz="2000"/>
            </a:pPr>
            <a:r>
              <a:t>No Recovery - Lost progress when interrupted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We need infrastructure, not just an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BOB: Build Orchestration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A complete framework for autonomous coding at production scale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Multi-Project Management - Isolated state, per-project configs</a:t>
            </a:r>
          </a:p>
          <a:p>
            <a:pPr>
              <a:spcBef>
                <a:spcPts val="1200"/>
              </a:spcBef>
              <a:defRPr sz="2000"/>
            </a:pPr>
            <a:r>
              <a:t>Intelligent Execution - Parallel tasks, auto-escalation, research-first</a:t>
            </a:r>
          </a:p>
          <a:p>
            <a:pPr>
              <a:spcBef>
                <a:spcPts val="1200"/>
              </a:spcBef>
              <a:defRPr sz="2000"/>
            </a:pPr>
            <a:r>
              <a:t>Full Observability - Cost tracking, JSON logging, checkpointing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Key Innovation: BOB doesn't just run agents - it ORCHESTRATES them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Built on: Anthropic Claude Quickstarts - Autonomous Coding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Features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Multi-Project Management - Create, switch, track multiple projects</a:t>
            </a:r>
          </a:p>
          <a:p>
            <a:pPr>
              <a:spcBef>
                <a:spcPts val="1200"/>
              </a:spcBef>
              <a:defRPr sz="2000"/>
            </a:pPr>
            <a:r>
              <a:t>Flexible Spec Sources - YAML, JSON, Markdown, GitHub Issues</a:t>
            </a:r>
          </a:p>
          <a:p>
            <a:pPr>
              <a:spcBef>
                <a:spcPts val="1200"/>
              </a:spcBef>
              <a:defRPr sz="2000"/>
            </a:pPr>
            <a:r>
              <a:t>Intelligent Escalation - Sonnet -&gt; Opus -&gt; Diagnosis -&gt; Action</a:t>
            </a:r>
          </a:p>
          <a:p>
            <a:pPr>
              <a:spcBef>
                <a:spcPts val="1200"/>
              </a:spcBef>
              <a:defRPr sz="2000"/>
            </a:pPr>
            <a:r>
              <a:t>Research-First Workflow - Proactive research before coding</a:t>
            </a:r>
          </a:p>
          <a:p>
            <a:pPr>
              <a:spcBef>
                <a:spcPts val="1200"/>
              </a:spcBef>
              <a:defRPr sz="2000"/>
            </a:pPr>
            <a:r>
              <a:t>Parallel Execution - Run independent tasks concurrently</a:t>
            </a:r>
          </a:p>
          <a:p>
            <a:pPr>
              <a:spcBef>
                <a:spcPts val="1200"/>
              </a:spcBef>
              <a:defRPr sz="2000"/>
            </a:pPr>
            <a:r>
              <a:t>Cost Tracking - Per-project, per-session, per-task with budgets</a:t>
            </a:r>
          </a:p>
          <a:p>
            <a:pPr>
              <a:spcBef>
                <a:spcPts val="1200"/>
              </a:spcBef>
              <a:defRPr sz="2000"/>
            </a:pPr>
            <a:r>
              <a:t>Structured Logging - JSON events with full metadata</a:t>
            </a:r>
          </a:p>
          <a:p>
            <a:pPr>
              <a:spcBef>
                <a:spcPts val="1200"/>
              </a:spcBef>
              <a:defRPr sz="2000"/>
            </a:pPr>
            <a:r>
              <a:t>Checkpoint &amp; Resume - Never lose progress to interruptions</a:t>
            </a:r>
          </a:p>
          <a:p>
            <a:pPr>
              <a:spcBef>
                <a:spcPts val="1200"/>
              </a:spcBef>
              <a:defRPr sz="2000"/>
            </a:pPr>
            <a:r>
              <a:t>Plugin Architecture - Extend with custom agents &amp; sources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CLI Layer: bob project | task | run | status | logs | costs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Management Layer:</a:t>
            </a:r>
          </a:p>
          <a:p>
            <a:pPr>
              <a:spcBef>
                <a:spcPts val="1200"/>
              </a:spcBef>
              <a:defRPr sz="2000"/>
            </a:pPr>
            <a:r>
              <a:t>  - Project Manager (create, list, delete, switch)</a:t>
            </a:r>
          </a:p>
          <a:p>
            <a:pPr>
              <a:spcBef>
                <a:spcPts val="1200"/>
              </a:spcBef>
              <a:defRPr sz="2000"/>
            </a:pPr>
            <a:r>
              <a:t>  - Spec Sources (File, GitHub, extensible)</a:t>
            </a:r>
          </a:p>
          <a:p>
            <a:pPr>
              <a:spcBef>
                <a:spcPts val="1200"/>
              </a:spcBef>
              <a:defRPr sz="2000"/>
            </a:pPr>
            <a:r>
              <a:t>  - Agent Registry (Coding, Research, Diagnosis, Custom)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Orchestration Engine:</a:t>
            </a:r>
          </a:p>
          <a:p>
            <a:pPr>
              <a:spcBef>
                <a:spcPts val="1200"/>
              </a:spcBef>
              <a:defRPr sz="2000"/>
            </a:pPr>
            <a:r>
              <a:t>  - Task Queue (priority, DAG dependencies, parallel)</a:t>
            </a:r>
          </a:p>
          <a:p>
            <a:pPr>
              <a:spcBef>
                <a:spcPts val="1200"/>
              </a:spcBef>
              <a:defRPr sz="2000"/>
            </a:pPr>
            <a:r>
              <a:t>  - Escalation Controller (model tiers, failure classification)</a:t>
            </a:r>
          </a:p>
          <a:p>
            <a:pPr>
              <a:spcBef>
                <a:spcPts val="1200"/>
              </a:spcBef>
              <a:defRPr sz="2000"/>
            </a:pPr>
            <a:r>
              <a:t>  - Research Controller (Perplexity, web search)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Persistence: SQLite | Observability: JSON Logs + Cost Tracker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Intelligent Escalation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When a task fails, BOB escalates intelligently: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SONNET (3 attempts) - Fast, cost-effective ($3/$15 per 1M tokens)</a:t>
            </a:r>
          </a:p>
          <a:p>
            <a:pPr>
              <a:spcBef>
                <a:spcPts val="1200"/>
              </a:spcBef>
              <a:defRPr sz="2000"/>
            </a:pPr>
            <a:r>
              <a:t>  |  still failing</a:t>
            </a:r>
          </a:p>
          <a:p>
            <a:pPr>
              <a:spcBef>
                <a:spcPts val="1200"/>
              </a:spcBef>
              <a:defRPr sz="2000"/>
            </a:pPr>
            <a:r>
              <a:t>OPUS (3 attempts) - More capable ($15/$75 per 1M tokens)</a:t>
            </a:r>
          </a:p>
          <a:p>
            <a:pPr>
              <a:spcBef>
                <a:spcPts val="1200"/>
              </a:spcBef>
              <a:defRPr sz="2000"/>
            </a:pPr>
            <a:r>
              <a:t>  |  still failing</a:t>
            </a:r>
          </a:p>
          <a:p>
            <a:pPr>
              <a:spcBef>
                <a:spcPts val="1200"/>
              </a:spcBef>
              <a:defRPr sz="2000"/>
            </a:pPr>
            <a:r>
              <a:t>DIAGNOSIS - Root cause analysis, classifies failure type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Actions based on failure type:</a:t>
            </a:r>
          </a:p>
          <a:p>
            <a:pPr>
              <a:spcBef>
                <a:spcPts val="1200"/>
              </a:spcBef>
              <a:defRPr sz="2000"/>
            </a:pPr>
            <a:r>
              <a:t>  TOO_BIG -&gt; Decompose into subtasks</a:t>
            </a:r>
          </a:p>
          <a:p>
            <a:pPr>
              <a:spcBef>
                <a:spcPts val="1200"/>
              </a:spcBef>
              <a:defRPr sz="2000"/>
            </a:pPr>
            <a:r>
              <a:t>  MISSING_INFO -&gt; Research with Perplexity</a:t>
            </a:r>
          </a:p>
          <a:p>
            <a:pPr>
              <a:spcBef>
                <a:spcPts val="1200"/>
              </a:spcBef>
              <a:defRPr sz="2000"/>
            </a:pPr>
            <a:r>
              <a:t>  WRONG_INFRA -&gt; Request user help</a:t>
            </a:r>
          </a:p>
          <a:p>
            <a:pPr>
              <a:spcBef>
                <a:spcPts val="1200"/>
              </a:spcBef>
              <a:defRPr sz="2000"/>
            </a:pPr>
            <a:r>
              <a:t>  BAD_ASSUMPTIONS -&gt; Research and restructure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Research-First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Traditional: Code -&gt; Fail -&gt; Research -&gt; Code -&gt; Fail -&gt; ... -&gt; Success</a:t>
            </a:r>
          </a:p>
          <a:p>
            <a:pPr>
              <a:spcBef>
                <a:spcPts val="1200"/>
              </a:spcBef>
              <a:defRPr sz="2000"/>
            </a:pPr>
            <a:r>
              <a:t>  [Expensive: Multiple Opus escalations, wasted attempts]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BOB's Approach: Research -&gt; Code -&gt; Success</a:t>
            </a:r>
          </a:p>
          <a:p>
            <a:pPr>
              <a:spcBef>
                <a:spcPts val="1200"/>
              </a:spcBef>
              <a:defRPr sz="2000"/>
            </a:pPr>
            <a:r>
              <a:t>  [Efficient: Research upfront, implement with knowledge]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Mark tasks that need research BEFORE implementation:</a:t>
            </a:r>
          </a:p>
          <a:p>
            <a:pPr>
              <a:spcBef>
                <a:spcPts val="1200"/>
              </a:spcBef>
              <a:defRPr sz="2000"/>
            </a:pPr>
            <a:r>
              <a:t>  research_required: true</a:t>
            </a:r>
          </a:p>
          <a:p>
            <a:pPr>
              <a:spcBef>
                <a:spcPts val="1200"/>
              </a:spcBef>
              <a:defRPr sz="2000"/>
            </a:pPr>
            <a:r>
              <a:t>  research_queries:</a:t>
            </a:r>
          </a:p>
          <a:p>
            <a:pPr>
              <a:spcBef>
                <a:spcPts val="1200"/>
              </a:spcBef>
              <a:defRPr sz="2000"/>
            </a:pPr>
            <a:r>
              <a:t>    - 'PostgreSQL query optimization patterns'</a:t>
            </a:r>
          </a:p>
          <a:p>
            <a:pPr>
              <a:spcBef>
                <a:spcPts val="1200"/>
              </a:spcBef>
              <a:defRPr sz="2000"/>
            </a:pPr>
            <a:r>
              <a:t>    - 'Index strategies for time-series data'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Benefits: Proactive, guided queries, persistent findings, cost-efficient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Real-Time Cost Tracking &amp; Budget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$ bob costs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Total Cost: $45.67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By Model:</a:t>
            </a:r>
          </a:p>
          <a:p>
            <a:pPr>
              <a:spcBef>
                <a:spcPts val="1200"/>
              </a:spcBef>
              <a:defRPr sz="2000"/>
            </a:pPr>
            <a:r>
              <a:t>  claude-sonnet-4-5: $32.10 (70.3%)</a:t>
            </a:r>
          </a:p>
          <a:p>
            <a:pPr>
              <a:spcBef>
                <a:spcPts val="1200"/>
              </a:spcBef>
              <a:defRPr sz="2000"/>
            </a:pPr>
            <a:r>
              <a:t>  claude-opus-4-5:   $13.57 (29.7%)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By Agent: coding $38.00, research $4.50, diagnosis $3.17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Budget Controls:</a:t>
            </a:r>
          </a:p>
          <a:p>
            <a:pPr>
              <a:spcBef>
                <a:spcPts val="1200"/>
              </a:spcBef>
              <a:defRPr sz="2000"/>
            </a:pPr>
            <a:r>
              <a:t>  max_cost_per_project: 100.0  # Hard stop at $100</a:t>
            </a:r>
          </a:p>
          <a:p>
            <a:pPr>
              <a:spcBef>
                <a:spcPts val="1200"/>
              </a:spcBef>
              <a:defRPr sz="2000"/>
            </a:pPr>
            <a:r>
              <a:t>  max_cost_per_session: 5.0    # Per-session limit</a:t>
            </a:r>
          </a:p>
          <a:p>
            <a:pPr>
              <a:spcBef>
                <a:spcPts val="1200"/>
              </a:spcBef>
              <a:defRPr sz="2000"/>
            </a:pPr>
            <a:r>
              <a:t>  warn_at_percent: 80          # Alert at 80%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Developer-Friendly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Project &amp; Task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$ bob project create my-app ./workspace file://spec.yaml</a:t>
            </a:r>
          </a:p>
          <a:p>
            <a:pPr>
              <a:spcBef>
                <a:spcPts val="800"/>
              </a:spcBef>
              <a:defRPr sz="1800"/>
            </a:pPr>
            <a:r>
              <a:t>$ bob project list</a:t>
            </a:r>
          </a:p>
          <a:p>
            <a:pPr>
              <a:spcBef>
                <a:spcPts val="800"/>
              </a:spcBef>
              <a:defRPr sz="1800"/>
            </a:pPr>
            <a:r>
              <a:t>$ bob project use my-app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$ bob task list</a:t>
            </a:r>
          </a:p>
          <a:p>
            <a:pPr>
              <a:spcBef>
                <a:spcPts val="800"/>
              </a:spcBef>
              <a:defRPr sz="1800"/>
            </a:pPr>
            <a:r>
              <a:t>$ bob task list --status failed</a:t>
            </a:r>
          </a:p>
          <a:p>
            <a:pPr>
              <a:spcBef>
                <a:spcPts val="800"/>
              </a:spcBef>
              <a:defRPr sz="1800"/>
            </a:pPr>
            <a:r>
              <a:t>$ bob task show F001 --escalation</a:t>
            </a:r>
          </a:p>
          <a:p>
            <a:pPr>
              <a:spcBef>
                <a:spcPts val="800"/>
              </a:spcBef>
              <a:defRPr sz="1800"/>
            </a:pPr>
            <a:r>
              <a:t>$ bob task retry F001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48095" y="1097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Execution &amp;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$ bob run</a:t>
            </a:r>
          </a:p>
          <a:p>
            <a:pPr>
              <a:spcBef>
                <a:spcPts val="800"/>
              </a:spcBef>
              <a:defRPr sz="1800"/>
            </a:pPr>
            <a:r>
              <a:t>$ bob run --parallel 3</a:t>
            </a:r>
          </a:p>
          <a:p>
            <a:pPr>
              <a:spcBef>
                <a:spcPts val="800"/>
              </a:spcBef>
              <a:defRPr sz="1800"/>
            </a:pPr>
            <a:r>
              <a:t>$ bob run --dry-run</a:t>
            </a:r>
          </a:p>
          <a:p>
            <a:pPr>
              <a:spcBef>
                <a:spcPts val="800"/>
              </a:spcBef>
              <a:defRPr sz="1800"/>
            </a:pPr>
            <a:r>
              <a:t>$ bob run --resume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$ bob status</a:t>
            </a:r>
          </a:p>
          <a:p>
            <a:pPr>
              <a:spcBef>
                <a:spcPts val="800"/>
              </a:spcBef>
              <a:defRPr sz="1800"/>
            </a:pPr>
            <a:r>
              <a:t>$ bob logs --follow</a:t>
            </a:r>
          </a:p>
          <a:p>
            <a:pPr>
              <a:spcBef>
                <a:spcPts val="800"/>
              </a:spcBef>
              <a:defRPr sz="1800"/>
            </a:pPr>
            <a:r>
              <a:t>$ bob costs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Multiple Specification Formats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File-Based Specs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YAML (recommended):</a:t>
            </a:r>
          </a:p>
          <a:p>
            <a:pPr>
              <a:spcBef>
                <a:spcPts val="800"/>
              </a:spcBef>
              <a:defRPr sz="1800"/>
            </a:pPr>
            <a:r>
              <a:t>  tasks:</a:t>
            </a:r>
          </a:p>
          <a:p>
            <a:pPr>
              <a:spcBef>
                <a:spcPts val="800"/>
              </a:spcBef>
              <a:defRPr sz="1800"/>
            </a:pPr>
            <a:r>
              <a:t>    - id: auth-login</a:t>
            </a:r>
          </a:p>
          <a:p>
            <a:pPr>
              <a:spcBef>
                <a:spcPts val="800"/>
              </a:spcBef>
              <a:defRPr sz="1800"/>
            </a:pPr>
            <a:r>
              <a:t>      title: User Login</a:t>
            </a:r>
          </a:p>
          <a:p>
            <a:pPr>
              <a:spcBef>
                <a:spcPts val="800"/>
              </a:spcBef>
              <a:defRPr sz="1800"/>
            </a:pPr>
            <a:r>
              <a:t>      depends_on: [db-setup]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JSON &amp; Markdown also supported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48095" y="1097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GitHub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$ bob project create app ./work \</a:t>
            </a:r>
          </a:p>
          <a:p>
            <a:pPr>
              <a:spcBef>
                <a:spcPts val="800"/>
              </a:spcBef>
              <a:defRPr sz="1800"/>
            </a:pPr>
            <a:r>
              <a:t>    github://org/repo?label=ai-implement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Sync issues directly as tasks!</a:t>
            </a:r>
          </a:p>
          <a:p>
            <a:pPr>
              <a:spcBef>
                <a:spcPts val="800"/>
              </a:spcBef>
              <a:defRPr sz="1800"/>
            </a:pPr>
            <a:r>
              <a:t>  - Title -&gt; Task title</a:t>
            </a:r>
          </a:p>
          <a:p>
            <a:pPr>
              <a:spcBef>
                <a:spcPts val="800"/>
              </a:spcBef>
              <a:defRPr sz="1800"/>
            </a:pPr>
            <a:r>
              <a:t>  - Body -&gt; Description</a:t>
            </a:r>
          </a:p>
          <a:p>
            <a:pPr>
              <a:spcBef>
                <a:spcPts val="800"/>
              </a:spcBef>
              <a:defRPr sz="1800"/>
            </a:pPr>
            <a:r>
              <a:t>  - Labels -&gt; Priority &amp; tags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Parallel Task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BOB builds a dependency graph (DAG) and runs independent tasks in parallel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Dependency Graph:        Execution Timeline:</a:t>
            </a:r>
          </a:p>
          <a:p>
            <a:pPr>
              <a:spcBef>
                <a:spcPts val="1200"/>
              </a:spcBef>
              <a:defRPr sz="2000"/>
            </a:pPr>
            <a:r>
              <a:t>     [setup]             [setup]</a:t>
            </a:r>
          </a:p>
          <a:p>
            <a:pPr>
              <a:spcBef>
                <a:spcPts val="1200"/>
              </a:spcBef>
              <a:defRPr sz="2000"/>
            </a:pPr>
            <a:r>
              <a:t>       / \                  |</a:t>
            </a:r>
          </a:p>
          <a:p>
            <a:pPr>
              <a:spcBef>
                <a:spcPts val="1200"/>
              </a:spcBef>
              <a:defRPr sz="2000"/>
            </a:pPr>
            <a:r>
              <a:t>    [api] [ui]           [api][ui]  &lt;- PARALLEL</a:t>
            </a:r>
          </a:p>
          <a:p>
            <a:pPr>
              <a:spcBef>
                <a:spcPts val="1200"/>
              </a:spcBef>
              <a:defRPr sz="2000"/>
            </a:pPr>
            <a:r>
              <a:t>       \ /                  |</a:t>
            </a:r>
          </a:p>
          <a:p>
            <a:pPr>
              <a:spcBef>
                <a:spcPts val="1200"/>
              </a:spcBef>
              <a:defRPr sz="2000"/>
            </a:pPr>
            <a:r>
              <a:t>     [tests]             [tests]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$ bob run --parallel 3    # Run up to 3 tasks concurrently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Benefits:</a:t>
            </a:r>
          </a:p>
          <a:p>
            <a:pPr>
              <a:spcBef>
                <a:spcPts val="1200"/>
              </a:spcBef>
              <a:defRPr sz="2000"/>
            </a:pPr>
            <a:r>
              <a:t>  - Faster overall completion</a:t>
            </a:r>
          </a:p>
          <a:p>
            <a:pPr>
              <a:spcBef>
                <a:spcPts val="1200"/>
              </a:spcBef>
              <a:defRPr sz="2000"/>
            </a:pPr>
            <a:r>
              <a:t>  - Each task gets isolated session</a:t>
            </a:r>
          </a:p>
          <a:p>
            <a:pPr>
              <a:spcBef>
                <a:spcPts val="1200"/>
              </a:spcBef>
              <a:defRPr sz="2000"/>
            </a:pPr>
            <a:r>
              <a:t>  - Failures don't block independent 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BOB vs. Traditional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Traditional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Single project, manual switching</a:t>
            </a:r>
          </a:p>
          <a:p>
            <a:pPr>
              <a:spcBef>
                <a:spcPts val="800"/>
              </a:spcBef>
              <a:defRPr sz="1800"/>
            </a:pPr>
            <a:r>
              <a:t>Flat JSON files, no transactions</a:t>
            </a:r>
          </a:p>
          <a:p>
            <a:pPr>
              <a:spcBef>
                <a:spcPts val="800"/>
              </a:spcBef>
              <a:defRPr sz="1800"/>
            </a:pPr>
            <a:r>
              <a:t>No cost visibility, surprise bills</a:t>
            </a:r>
          </a:p>
          <a:p>
            <a:pPr>
              <a:spcBef>
                <a:spcPts val="800"/>
              </a:spcBef>
              <a:defRPr sz="1800"/>
            </a:pPr>
            <a:r>
              <a:t>Sequential tasks only</a:t>
            </a:r>
          </a:p>
          <a:p>
            <a:pPr>
              <a:spcBef>
                <a:spcPts val="800"/>
              </a:spcBef>
              <a:defRPr sz="1800"/>
            </a:pPr>
            <a:r>
              <a:t>Manual retry, same approach</a:t>
            </a:r>
          </a:p>
          <a:p>
            <a:pPr>
              <a:spcBef>
                <a:spcPts val="800"/>
              </a:spcBef>
              <a:defRPr sz="1800"/>
            </a:pPr>
            <a:r>
              <a:t>Start over on interruption</a:t>
            </a:r>
          </a:p>
          <a:p>
            <a:pPr>
              <a:spcBef>
                <a:spcPts val="800"/>
              </a:spcBef>
              <a:defRPr sz="1800"/>
            </a:pPr>
            <a:r>
              <a:t>Plain text logs, hard to analyze</a:t>
            </a:r>
          </a:p>
          <a:p>
            <a:pPr>
              <a:spcBef>
                <a:spcPts val="800"/>
              </a:spcBef>
              <a:defRPr sz="1800"/>
            </a:pPr>
            <a:r>
              <a:t>Hardcoded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48095" y="1097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BOB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Multi-project, isolated state</a:t>
            </a:r>
          </a:p>
          <a:p>
            <a:pPr>
              <a:spcBef>
                <a:spcPts val="800"/>
              </a:spcBef>
              <a:defRPr sz="1800"/>
            </a:pPr>
            <a:r>
              <a:t>SQLite database, indexed &amp; queried</a:t>
            </a:r>
          </a:p>
          <a:p>
            <a:pPr>
              <a:spcBef>
                <a:spcPts val="800"/>
              </a:spcBef>
              <a:defRPr sz="1800"/>
            </a:pPr>
            <a:r>
              <a:t>Real-time tracking, budget enforcement</a:t>
            </a:r>
          </a:p>
          <a:p>
            <a:pPr>
              <a:spcBef>
                <a:spcPts val="800"/>
              </a:spcBef>
              <a:defRPr sz="1800"/>
            </a:pPr>
            <a:r>
              <a:t>Parallel + DAG, dependency-aware</a:t>
            </a:r>
          </a:p>
          <a:p>
            <a:pPr>
              <a:spcBef>
                <a:spcPts val="800"/>
              </a:spcBef>
              <a:defRPr sz="1800"/>
            </a:pPr>
            <a:r>
              <a:t>Auto-escalation, intelligent action</a:t>
            </a:r>
          </a:p>
          <a:p>
            <a:pPr>
              <a:spcBef>
                <a:spcPts val="800"/>
              </a:spcBef>
              <a:defRPr sz="1800"/>
            </a:pPr>
            <a:r>
              <a:t>Checkpoint &amp; resume, context preserved</a:t>
            </a:r>
          </a:p>
          <a:p>
            <a:pPr>
              <a:spcBef>
                <a:spcPts val="800"/>
              </a:spcBef>
              <a:defRPr sz="1800"/>
            </a:pPr>
            <a:r>
              <a:t>Structured JSON, queryable events</a:t>
            </a:r>
          </a:p>
          <a:p>
            <a:pPr>
              <a:spcBef>
                <a:spcPts val="800"/>
              </a:spcBef>
              <a:defRPr sz="1800"/>
            </a:pPr>
            <a:r>
              <a:t>Per-project YAML, customizable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Quick Start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1. INSTALL</a:t>
            </a:r>
          </a:p>
          <a:p>
            <a:pPr>
              <a:spcBef>
                <a:spcPts val="1200"/>
              </a:spcBef>
              <a:defRPr sz="2000"/>
            </a:pPr>
            <a:r>
              <a:t>   $ git clone https://github.com/yourusername/bob.git</a:t>
            </a:r>
          </a:p>
          <a:p>
            <a:pPr>
              <a:spcBef>
                <a:spcPts val="1200"/>
              </a:spcBef>
              <a:defRPr sz="2000"/>
            </a:pPr>
            <a:r>
              <a:t>   $ cd bob &amp;&amp; ./init.sh</a:t>
            </a:r>
          </a:p>
          <a:p>
            <a:pPr>
              <a:spcBef>
                <a:spcPts val="1200"/>
              </a:spcBef>
              <a:defRPr sz="2000"/>
            </a:pPr>
            <a:r>
              <a:t>   $ export ANTHROPIC_API_KEY='your-key'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2. CREATE PROJECT</a:t>
            </a:r>
          </a:p>
          <a:p>
            <a:pPr>
              <a:spcBef>
                <a:spcPts val="1200"/>
              </a:spcBef>
              <a:defRPr sz="2000"/>
            </a:pPr>
            <a:r>
              <a:t>   $ bob init</a:t>
            </a:r>
          </a:p>
          <a:p>
            <a:pPr>
              <a:spcBef>
                <a:spcPts val="1200"/>
              </a:spcBef>
              <a:defRPr sz="2000"/>
            </a:pPr>
            <a:r>
              <a:t>   $ bob project create my-app ./workspace file://spec.yaml</a:t>
            </a:r>
          </a:p>
          <a:p>
            <a:pPr>
              <a:spcBef>
                <a:spcPts val="1200"/>
              </a:spcBef>
              <a:defRPr sz="2000"/>
            </a:pPr>
            <a:r>
              <a:t>   $ bob project use my-app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3. RUN</a:t>
            </a:r>
          </a:p>
          <a:p>
            <a:pPr>
              <a:spcBef>
                <a:spcPts val="1200"/>
              </a:spcBef>
              <a:defRPr sz="2000"/>
            </a:pPr>
            <a:r>
              <a:t>   $ bob run                # Start autonomous development</a:t>
            </a:r>
          </a:p>
          <a:p>
            <a:pPr>
              <a:spcBef>
                <a:spcPts val="1200"/>
              </a:spcBef>
              <a:defRPr sz="2000"/>
            </a:pPr>
            <a:r>
              <a:t>   $ bob status             # Check progress</a:t>
            </a:r>
          </a:p>
          <a:p>
            <a:pPr>
              <a:spcBef>
                <a:spcPts val="1200"/>
              </a:spcBef>
              <a:defRPr sz="2000"/>
            </a:pPr>
            <a:r>
              <a:t>   $ bob logs --follow      # Watch in real-time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Summary: BOB - The Complete Autonomous Coding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Core Capabilities:</a:t>
            </a:r>
          </a:p>
          <a:p>
            <a:pPr>
              <a:spcBef>
                <a:spcPts val="1200"/>
              </a:spcBef>
              <a:defRPr sz="2000"/>
            </a:pPr>
            <a:r>
              <a:t>  - Multi-project management with isolated state</a:t>
            </a:r>
          </a:p>
          <a:p>
            <a:pPr>
              <a:spcBef>
                <a:spcPts val="1200"/>
              </a:spcBef>
              <a:defRPr sz="2000"/>
            </a:pPr>
            <a:r>
              <a:t>  - Intelligent escalation: Sonnet -&gt; Opus -&gt; Diagnosis</a:t>
            </a:r>
          </a:p>
          <a:p>
            <a:pPr>
              <a:spcBef>
                <a:spcPts val="1200"/>
              </a:spcBef>
              <a:defRPr sz="2000"/>
            </a:pPr>
            <a:r>
              <a:t>  - Research-first workflow for knowledge-heavy tasks</a:t>
            </a:r>
          </a:p>
          <a:p>
            <a:pPr>
              <a:spcBef>
                <a:spcPts val="1200"/>
              </a:spcBef>
              <a:defRPr sz="2000"/>
            </a:pPr>
            <a:r>
              <a:t>  - Parallel execution with dependency resolution</a:t>
            </a:r>
          </a:p>
          <a:p>
            <a:pPr>
              <a:spcBef>
                <a:spcPts val="1200"/>
              </a:spcBef>
              <a:defRPr sz="2000"/>
            </a:pPr>
            <a:r>
              <a:t>  - Real-time cost tracking with budget controls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Production Ready:</a:t>
            </a:r>
          </a:p>
          <a:p>
            <a:pPr>
              <a:spcBef>
                <a:spcPts val="1200"/>
              </a:spcBef>
              <a:defRPr sz="2000"/>
            </a:pPr>
            <a:r>
              <a:t>  - 1,200+ tests passing</a:t>
            </a:r>
          </a:p>
          <a:p>
            <a:pPr>
              <a:spcBef>
                <a:spcPts val="1200"/>
              </a:spcBef>
              <a:defRPr sz="2000"/>
            </a:pPr>
            <a:r>
              <a:t>  - SQLite persistence with transactions</a:t>
            </a:r>
          </a:p>
          <a:p>
            <a:pPr>
              <a:spcBef>
                <a:spcPts val="1200"/>
              </a:spcBef>
              <a:defRPr sz="2000"/>
            </a:pPr>
            <a:r>
              <a:t>  - Comprehensive CLI with JSON output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Get Started:</a:t>
            </a:r>
          </a:p>
          <a:p>
            <a:pPr>
              <a:spcBef>
                <a:spcPts val="1200"/>
              </a:spcBef>
              <a:defRPr sz="2000"/>
            </a:pPr>
            <a:r>
              <a:t>  $ git clone https://github.com/yourusername/bob.git</a:t>
            </a:r>
          </a:p>
          <a:p>
            <a:pPr>
              <a:spcBef>
                <a:spcPts val="1200"/>
              </a:spcBef>
              <a:defRPr sz="2000"/>
            </a:pPr>
            <a:r>
              <a:t>  $ bob project create my-app ./workspace file://spec.yaml &amp;&amp; bob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